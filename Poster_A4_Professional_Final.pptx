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65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Machine learning and strategic analysis were applied to understand customer satisfaction, behaviour patterns and engagement regarding anti-cellulite leggings. The study integrates real review data with synthetic business variables to support segmentation, recommendation prediction and data‑driven decision‑making.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22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365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226622"/>
                </a:solidFill>
              </a:defRPr>
            </a:pPr>
            <a:r>
              <a:t>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777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The activewear market is driven by aesthetics, comfort, pricing sensitivity, influencer impact and social‑media behaviour. Customer feedback strongly influences purchasing decisions and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7432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65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CC6600"/>
                </a:solidFill>
              </a:defRPr>
            </a:pPr>
            <a:r>
              <a:t>BUSINESS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777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Retailer selling anti‑cellulite leggings with focus on digital channels. Objectives: enhance customer understanding, improve recommendation accuracy, optimise marketing efforts and refine product positioning.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CC6600"/>
                </a:solidFill>
              </a:defRPr>
            </a:pPr>
            <a:r>
              <a:t>IT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54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Python, NumPy, pandas, seaborn, scikit‑learn; GitHub for version control; Kaggle dataset with synthetic attributes (price, channel, country). Open‑source stack ensures scalable, low‑cost analytics.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65176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743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003366"/>
                </a:solidFill>
              </a:defRPr>
            </a:pPr>
            <a:r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54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CRISP‑DM framework. Data cleaning, feature engineering (review length, age group), exploratory data analysis using distributions and correlations. Models trained: Logistic Regression, Random Forest, Gradient Boosting.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65176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22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743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226622"/>
                </a:solidFill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54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Gradient Boosting achieved highest accuracy, precision, recall and F1‑score. Key predictors: Rating, Positive Feedback Count, Review Length, Price and Sales Channel.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20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003366"/>
                </a:solidFill>
              </a:defRPr>
            </a:pPr>
            <a:r>
              <a:t>INTERPRETABILITY &amp; ETHICS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321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SHAP revealed Rating as the dominant predictor. No PII used; GDPR‑aligned workflow. Fairness checks performed to avoid bias across age and country segments.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502920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120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CC6600"/>
                </a:solidFill>
              </a:defRPr>
            </a:pPr>
            <a: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5321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ML insights support targeted marketing, improved segmentation, pricing optimisation and stronger customer‑satisfaction strategies.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5029200"/>
            <a:ext cx="3291840" cy="2194560"/>
          </a:xfrm>
          <a:prstGeom prst="rect">
            <a:avLst/>
          </a:prstGeom>
          <a:solidFill>
            <a:srgbClr val="FAF7E9"/>
          </a:solidFill>
          <a:ln w="50800">
            <a:solidFill>
              <a:srgbClr val="22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5120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400">
                <a:solidFill>
                  <a:srgbClr val="226622"/>
                </a:solidFill>
              </a:defRPr>
            </a:pPr>
            <a: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5321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Breiman (2001); Friedman (2001); Hastie et al. (2009); Kaggle Dataset; Pedregosa et al. (2011).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